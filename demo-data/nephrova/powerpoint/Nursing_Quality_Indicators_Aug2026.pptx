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Nursing Quality Indicators — August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 Anjali Thomas</a:t>
            </a:r>
          </a:p>
          <a:p>
            <a:r>
              <a:t>Nephrova Renal Care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adequacy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Patients with Kt/V of 1.2 or more: 91 percent</a:t>
            </a:r>
          </a:p>
          <a:p>
            <a:r>
              <a:t>Missed sessions: 1.8 percent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Complications during dialysis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Hypotension episodes: 3.1 per 100 sessions</a:t>
            </a:r>
          </a:p>
          <a:p>
            <a:r>
              <a:t>Muscle cramps: 2.4 per 100 sessions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Anaemia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Patients with haemoglobin at 10 g/dL or more: 74 percent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Hypotension during dialysis was treated with normal saline as per protocol.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