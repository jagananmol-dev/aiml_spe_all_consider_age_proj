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NABH Surveillance Assessment — Readiness Briefing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Kiran Bhosale, 23 September 2026</a:t>
            </a:r>
          </a:p>
          <a:p>
            <a:r>
              <a:t>Nephrova Renal Care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Tomorrow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Assessor: Dr. R. Iyer</a:t>
            </a:r>
          </a:p>
          <a:p>
            <a:r>
              <a:t>All three centres will be visited</a:t>
            </a:r>
          </a:p>
          <a:p>
            <a:r>
              <a:t>Start at Kothrud at 09:00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August disinfection log entry missing at Hadapsar</a:t>
            </a:r>
          </a:p>
          <a:p>
            <a:r>
              <a:t>Pimpri hand hygiene audits were quarterly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logbooks at the station</a:t>
            </a:r>
          </a:p>
          <a:p>
            <a:r>
              <a:t>Answer only what is asked; show the record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