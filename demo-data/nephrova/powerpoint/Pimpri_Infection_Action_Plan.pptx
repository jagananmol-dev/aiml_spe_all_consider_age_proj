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Pimpri Infection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Pooja Shinde and Anjali Thomas, 16 September 2026</a:t>
            </a:r>
          </a:p>
          <a:p>
            <a:r>
              <a:t>Nephrova Renal Care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 hygiene 78 percent against a 90 percent target</a:t>
            </a:r>
          </a:p>
          <a:p>
            <a:r>
              <a:t>Catheter care bundle 70 percent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for all 22 Pimpri clinical staff, 17–19 September 2026</a:t>
            </a:r>
          </a:p>
          <a:p>
            <a:r>
              <a:t>Monthly hand hygiene audits from now on</a:t>
            </a:r>
          </a:p>
          <a:p>
            <a:r>
              <a:t>New sterile caps for every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will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Re-audit on 30 September 2026</a:t>
            </a:r>
          </a:p>
          <a:p>
            <a:r>
              <a:t>Infection rate reviewed monthly by the Quality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