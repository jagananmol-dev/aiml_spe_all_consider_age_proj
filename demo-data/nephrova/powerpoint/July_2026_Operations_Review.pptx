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July 2026 Operations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Nephrova Renal Care Pvt. Ltd.</a:t>
            </a:r>
          </a:p>
          <a:p>
            <a:r>
              <a:t>Presented by Ritu Malhotra, 20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Kothrud: 1230</a:t>
            </a:r>
          </a:p>
          <a:p>
            <a:r>
              <a:t>Hadapsar: 1052</a:t>
            </a:r>
          </a:p>
          <a:p>
            <a:r>
              <a:t>Pimpri: 798</a:t>
            </a:r>
          </a:p>
          <a:p>
            <a:r>
              <a:t>Total: 3080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July revenue: INR 57.13 lakh</a:t>
            </a:r>
          </a:p>
          <a:p>
            <a:r>
              <a:t>Blended rate: INR 1855 per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Focus for August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Close PM-JAY claims older than 30 days</a:t>
            </a:r>
          </a:p>
          <a:p>
            <a:r>
              <a:t>Six-monthly machine maintenance at Kothrud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