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August 2026 Operations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Nephrova Renal Care Pvt. Ltd.</a:t>
            </a:r>
          </a:p>
          <a:p>
            <a:r>
              <a:t>Presented by Ritu Malhotra, 4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Kothrud: 1312 (including 64 Hadapsar sessions)</a:t>
            </a:r>
          </a:p>
          <a:p>
            <a:r>
              <a:t>Hadapsar: 976</a:t>
            </a:r>
          </a:p>
          <a:p>
            <a:r>
              <a:t>Pimpri: 806</a:t>
            </a:r>
          </a:p>
          <a:p>
            <a:r>
              <a:t>Total: 3094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Revenue: INR 57.39 lakh</a:t>
            </a:r>
          </a:p>
          <a:p>
            <a:r>
              <a:t>EBITDA: INR 4.76 lakh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Hadapsar water plant out of use 21–26 August 2026; service resumed 27 August 2026</a:t>
            </a:r>
          </a:p>
          <a:p>
            <a:r>
              <a:t>Kothrud machine maintenance completed 28–29 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