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September 2026 Operations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Nephrova Renal Care Pvt. Ltd.</a:t>
            </a:r>
          </a:p>
          <a:p>
            <a:r>
              <a:t>Presented by Ritu Malhotra, 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Kothrud: 1236</a:t>
            </a:r>
          </a:p>
          <a:p>
            <a:r>
              <a:t>Hadapsar: 1044</a:t>
            </a:r>
          </a:p>
          <a:p>
            <a:r>
              <a:t>Pimpri: 812</a:t>
            </a:r>
          </a:p>
          <a:p>
            <a:r>
              <a:t>Total: 3092; Q3 total: 9266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INR 57.36 lakh</a:t>
            </a:r>
          </a:p>
          <a:p>
            <a:r>
              <a:t>EBITDA: INR 4.74 lakh</a:t>
            </a:r>
          </a:p>
          <a:p>
            <a:r>
              <a:t>PM-JAY outstanding: INR 38.6 lakh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NABH surveillance: 0 major, 3 minor non-conformities</a:t>
            </a:r>
          </a:p>
          <a:p>
            <a:r>
              <a:t>Pimpri hand hygiene back to 94 percent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